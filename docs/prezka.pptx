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Thursday, December 18,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08735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Thursday, December 18,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994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Thursday, December 18,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2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Thursday, December 18,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09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Thursday, December 18,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10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Thursday, December 18,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72627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Thursday, December 18,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70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Thursday, December 18,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3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Thursday, December 18,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7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Thursday, December 18,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66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Thursday, December 18,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92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Thursday, December 18,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411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5030AD-755B-2D1A-F779-ADBC67ED1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1051551"/>
            <a:ext cx="3746816" cy="2384898"/>
          </a:xfrm>
        </p:spPr>
        <p:txBody>
          <a:bodyPr anchor="b">
            <a:normAutofit fontScale="90000"/>
          </a:bodyPr>
          <a:lstStyle/>
          <a:p>
            <a:r>
              <a:rPr lang="pl-PL" sz="4800" dirty="0"/>
              <a:t>Prosty system do zarządzania zadaniami w C#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6C02B-3470-7A5E-F3FF-7D3D6F89B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569008"/>
            <a:ext cx="3565525" cy="1731656"/>
          </a:xfrm>
        </p:spPr>
        <p:txBody>
          <a:bodyPr>
            <a:normAutofit/>
          </a:bodyPr>
          <a:lstStyle/>
          <a:p>
            <a:r>
              <a:rPr lang="pl-PL" sz="2000" dirty="0">
                <a:solidFill>
                  <a:schemeClr val="tx1">
                    <a:alpha val="60000"/>
                  </a:schemeClr>
                </a:solidFill>
              </a:rPr>
              <a:t>Bartosz Bugajski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15741F9B-4BE1-B787-2494-1CFA8E6876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24" r="12634" b="-2"/>
          <a:stretch>
            <a:fillRect/>
          </a:stretch>
        </p:blipFill>
        <p:spPr>
          <a:xfrm>
            <a:off x="4743450" y="10"/>
            <a:ext cx="7448551" cy="6857990"/>
          </a:xfrm>
          <a:custGeom>
            <a:avLst/>
            <a:gdLst/>
            <a:ahLst/>
            <a:cxnLst/>
            <a:rect l="l" t="t" r="r" b="b"/>
            <a:pathLst>
              <a:path w="7448551" h="6858000">
                <a:moveTo>
                  <a:pt x="0" y="0"/>
                </a:moveTo>
                <a:lnTo>
                  <a:pt x="7448551" y="0"/>
                </a:lnTo>
                <a:lnTo>
                  <a:pt x="74485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A cartoon of a crying face&#10;&#10;AI-generated content may be incorrect.">
            <a:extLst>
              <a:ext uri="{FF2B5EF4-FFF2-40B4-BE49-F238E27FC236}">
                <a16:creationId xmlns:a16="http://schemas.microsoft.com/office/drawing/2014/main" id="{14FB44F9-826C-150A-24B5-D12CACE3129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50327"/>
            <a:ext cx="4743449" cy="250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665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36D2A-D864-0879-53EE-E12E730E4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dirty="0"/>
              <a:t>Cel i funkcjonalności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B8362-DC01-5F9F-28A9-F36796FFA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Celem projektu jest stworzenie prostego systemu zarządzania zadaniami, który umożliwia:</a:t>
            </a:r>
          </a:p>
          <a:p>
            <a:r>
              <a:rPr lang="pl-PL" dirty="0"/>
              <a:t>Dodawanie i usuwanie zadań z konkretną datą, nazwą i priorytetem</a:t>
            </a:r>
          </a:p>
          <a:p>
            <a:r>
              <a:rPr lang="pl-PL" dirty="0"/>
              <a:t>Przechowywanie zadań w jednym miejscu</a:t>
            </a:r>
          </a:p>
          <a:p>
            <a:r>
              <a:rPr lang="pl-PL" dirty="0"/>
              <a:t>Sortowanie zadań według różnych kryteriów</a:t>
            </a:r>
          </a:p>
          <a:p>
            <a:r>
              <a:rPr lang="pl-PL" dirty="0"/>
              <a:t>Obsługa zadań prostych oraz zadań złożonych (z podzadaniami)</a:t>
            </a:r>
          </a:p>
          <a:p>
            <a:pPr marL="0" indent="0">
              <a:buNone/>
            </a:pPr>
            <a:r>
              <a:rPr lang="pl-PL" dirty="0"/>
              <a:t>System został zaprojektowany tak, aby był czytelny, rozszerzalny i łatwy w utrzymaniu.</a:t>
            </a:r>
          </a:p>
        </p:txBody>
      </p:sp>
    </p:spTree>
    <p:extLst>
      <p:ext uri="{BB962C8B-B14F-4D97-AF65-F5344CB8AC3E}">
        <p14:creationId xmlns:p14="http://schemas.microsoft.com/office/powerpoint/2010/main" val="103325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6F475-C5E3-E931-6B65-51D8B52BE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Architektura systemu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6ADBF-7C47-A7B1-0602-0A606A2F2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/>
              <a:t>System został podzielony na logiczne warstwy odpowiedzialności: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400" dirty="0"/>
              <a:t>Warstwa dostępu (punkt kontaktu dla interfejsu użytkownika)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400" dirty="0"/>
              <a:t>Warstwa logiki (przechowywanie i zarządzanie zadaniami)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400" dirty="0"/>
              <a:t>Warstwa domenowa (reprezentacja zadań)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400" dirty="0"/>
              <a:t>Mechanizmy pomocnicze (tworzenie obiektów oraz elastyczne sortowanie)</a:t>
            </a:r>
          </a:p>
        </p:txBody>
      </p:sp>
    </p:spTree>
    <p:extLst>
      <p:ext uri="{BB962C8B-B14F-4D97-AF65-F5344CB8AC3E}">
        <p14:creationId xmlns:p14="http://schemas.microsoft.com/office/powerpoint/2010/main" val="1719028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7CCDD-06E5-F183-663E-F06B1A29F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Facade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77931-DC33-195C-3965-A8D40CA6E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Elementy: </a:t>
            </a:r>
          </a:p>
          <a:p>
            <a:r>
              <a:rPr lang="pl-PL" dirty="0"/>
              <a:t>Facade: TaskFacade</a:t>
            </a:r>
          </a:p>
          <a:p>
            <a:r>
              <a:rPr lang="pl-PL" dirty="0"/>
              <a:t>Subsystem: TaskManager, TaskCreator, Strategie sortowania</a:t>
            </a:r>
          </a:p>
          <a:p>
            <a:pPr marL="0" indent="0">
              <a:buNone/>
            </a:pPr>
            <a:r>
              <a:rPr lang="pl-PL" dirty="0"/>
              <a:t>Wzorzec Facade został użyty, aby:</a:t>
            </a:r>
          </a:p>
          <a:p>
            <a:r>
              <a:rPr lang="pl-PL" dirty="0"/>
              <a:t>Uprościć korzystanie z systemu</a:t>
            </a:r>
          </a:p>
          <a:p>
            <a:r>
              <a:rPr lang="pl-PL" dirty="0"/>
              <a:t>Ukryć złożoność wewnętrznej struktury</a:t>
            </a:r>
          </a:p>
          <a:p>
            <a:r>
              <a:rPr lang="pl-PL" dirty="0"/>
              <a:t>Zapewnić jeden, spójny interfejs dla użytkownika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24812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DBD1F-8139-2489-3133-CE4A1142D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Factory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6C9C7-2975-7917-A14C-BA8C2B62D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Elementy:</a:t>
            </a:r>
          </a:p>
          <a:p>
            <a:r>
              <a:rPr lang="pl-PL" dirty="0"/>
              <a:t>Factory: TaskCreator</a:t>
            </a:r>
          </a:p>
          <a:p>
            <a:r>
              <a:rPr lang="pl-PL" dirty="0"/>
              <a:t>Product: Task</a:t>
            </a:r>
          </a:p>
          <a:p>
            <a:r>
              <a:rPr lang="pl-PL" dirty="0"/>
              <a:t>Concrete Products: SimpleTask, CompositeTask</a:t>
            </a:r>
          </a:p>
          <a:p>
            <a:pPr marL="0" indent="0">
              <a:buNone/>
            </a:pPr>
            <a:r>
              <a:rPr lang="pl-PL" dirty="0"/>
              <a:t>Wzorzec Factory Method został użyty do:</a:t>
            </a:r>
          </a:p>
          <a:p>
            <a:r>
              <a:rPr lang="pl-PL" dirty="0"/>
              <a:t>Centralizacji procesu tworzenia zadań</a:t>
            </a:r>
          </a:p>
          <a:p>
            <a:r>
              <a:rPr lang="pl-PL" dirty="0"/>
              <a:t>Ukrycia szczegółów implementacyjnych SimpleTask i CompositeTask</a:t>
            </a:r>
          </a:p>
        </p:txBody>
      </p:sp>
    </p:spTree>
    <p:extLst>
      <p:ext uri="{BB962C8B-B14F-4D97-AF65-F5344CB8AC3E}">
        <p14:creationId xmlns:p14="http://schemas.microsoft.com/office/powerpoint/2010/main" val="404414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C7D44-D902-B8D5-65F1-824BE3C05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6A150-2886-14A7-0D04-C2C0370EB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4470481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Elementy:</a:t>
            </a:r>
          </a:p>
          <a:p>
            <a:r>
              <a:rPr lang="pl-PL" dirty="0"/>
              <a:t>Strategy: ITaskSortStrategy</a:t>
            </a:r>
          </a:p>
          <a:p>
            <a:r>
              <a:rPr lang="pl-PL" dirty="0"/>
              <a:t>Concrete Strategies: SortByDate, SortByTitle, SortByPriority</a:t>
            </a:r>
          </a:p>
          <a:p>
            <a:r>
              <a:rPr lang="pl-PL" dirty="0"/>
              <a:t>Context: TaskFacade</a:t>
            </a:r>
          </a:p>
          <a:p>
            <a:pPr marL="0" indent="0">
              <a:buNone/>
            </a:pPr>
            <a:r>
              <a:rPr lang="pl-PL" dirty="0"/>
              <a:t>Wzorzec Strategy pozwala na:</a:t>
            </a:r>
          </a:p>
          <a:p>
            <a:r>
              <a:rPr lang="pl-PL" dirty="0"/>
              <a:t>Definiowanie różnych algorytmów sortowania</a:t>
            </a:r>
          </a:p>
          <a:p>
            <a:r>
              <a:rPr lang="pl-PL" dirty="0"/>
              <a:t>Dynamiczną zmianę sposobu sortowania w czasie działania programu</a:t>
            </a:r>
          </a:p>
          <a:p>
            <a:r>
              <a:rPr lang="pl-PL" dirty="0"/>
              <a:t>Eliminację instrukcji warunkowych w kodzie</a:t>
            </a:r>
          </a:p>
        </p:txBody>
      </p:sp>
    </p:spTree>
    <p:extLst>
      <p:ext uri="{BB962C8B-B14F-4D97-AF65-F5344CB8AC3E}">
        <p14:creationId xmlns:p14="http://schemas.microsoft.com/office/powerpoint/2010/main" val="3952640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5E40B-EAF1-6F84-9BDC-73801E88D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Diagram Klas</a:t>
            </a:r>
          </a:p>
        </p:txBody>
      </p:sp>
      <p:pic>
        <p:nvPicPr>
          <p:cNvPr id="9" name="Content Placeholder 8" descr="A diagram of a task&#10;&#10;AI-generated content may be incorrect.">
            <a:extLst>
              <a:ext uri="{FF2B5EF4-FFF2-40B4-BE49-F238E27FC236}">
                <a16:creationId xmlns:a16="http://schemas.microsoft.com/office/drawing/2014/main" id="{5790B977-9564-320C-F90C-E103EDA1B6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026" y="1439069"/>
            <a:ext cx="8359948" cy="4869656"/>
          </a:xfrm>
        </p:spPr>
      </p:pic>
    </p:spTree>
    <p:extLst>
      <p:ext uri="{BB962C8B-B14F-4D97-AF65-F5344CB8AC3E}">
        <p14:creationId xmlns:p14="http://schemas.microsoft.com/office/powerpoint/2010/main" val="3074646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4C880-4D13-C3D2-9D75-75A95A5E9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Dzieki za uwage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87B01-5F63-A0FB-12F8-9B86C7F5A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pzdr</a:t>
            </a:r>
          </a:p>
        </p:txBody>
      </p:sp>
    </p:spTree>
    <p:extLst>
      <p:ext uri="{BB962C8B-B14F-4D97-AF65-F5344CB8AC3E}">
        <p14:creationId xmlns:p14="http://schemas.microsoft.com/office/powerpoint/2010/main" val="3363423955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Sitka Heading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100</TotalTime>
  <Words>227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Sitka Heading</vt:lpstr>
      <vt:lpstr>Source Sans Pro</vt:lpstr>
      <vt:lpstr>3DFloatVTI</vt:lpstr>
      <vt:lpstr>Prosty system do zarządzania zadaniami w C#</vt:lpstr>
      <vt:lpstr>Cel i funkcjonalności</vt:lpstr>
      <vt:lpstr>Architektura systemu</vt:lpstr>
      <vt:lpstr>Facade</vt:lpstr>
      <vt:lpstr>Factory Method</vt:lpstr>
      <vt:lpstr>Strategy</vt:lpstr>
      <vt:lpstr>Diagram Klas</vt:lpstr>
      <vt:lpstr>Dzieki za uwage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Bugajski</dc:creator>
  <cp:lastModifiedBy>Bartosz Bugajski</cp:lastModifiedBy>
  <cp:revision>1</cp:revision>
  <dcterms:created xsi:type="dcterms:W3CDTF">2025-12-18T21:07:20Z</dcterms:created>
  <dcterms:modified xsi:type="dcterms:W3CDTF">2025-12-18T22:47:55Z</dcterms:modified>
</cp:coreProperties>
</file>